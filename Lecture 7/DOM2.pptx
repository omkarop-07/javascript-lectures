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3 Musketeers of Web Dev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 (structure)</a:t>
            </a:r>
          </a:p>
          <a:p>
            <a:r>
              <a:t>CSS (style)</a:t>
            </a:r>
          </a:p>
          <a:p>
            <a:r>
              <a:t>JS (logic)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Starter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&lt;script&gt; tag connects HTML with JS</a:t>
            </a:r>
          </a:p>
          <a:p>
            <a:r>
              <a:t>&lt;style&gt; tag connects HTML with CSS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&lt;html&gt;</a:t>
            </a:r>
          </a:p>
          <a:p>
            <a:r>
              <a:t>&lt;head&gt;</a:t>
            </a:r>
          </a:p>
          <a:p>
            <a:r>
              <a:t>&lt;title&gt;Website Name&lt;/title&gt;</a:t>
            </a:r>
          </a:p>
          <a:p>
            <a:r>
              <a:t>&lt;body&gt;</a:t>
            </a:r>
          </a:p>
          <a:p>
            <a:r>
              <a:t>&lt;!-- Content Tags --&gt;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window object represents an open window in a browser.</a:t>
            </a:r>
          </a:p>
          <a:p>
            <a:r>
              <a:t>It is browser's object (not JavaScript's) and is automatically created by browser.</a:t>
            </a:r>
          </a:p>
          <a:p>
            <a:r>
              <a:t>It is a global object with lots of properties &amp; methods.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DOM?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a web page is loaded, the browser creates a Document Object Model (DOM) of the page.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 Manipulation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Selecting with id: document.getElementById('myId')</a:t>
            </a:r>
          </a:p>
          <a:p>
            <a:r>
              <a:t>Selecting with class: document.getElementsByClassName('myClass')</a:t>
            </a:r>
          </a:p>
          <a:p>
            <a:r>
              <a:t>Selecting with tag: document.getElementsByTagName('p')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 Manipulation - Query Selector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document.querySelector('#myId / .myClass / tag') // returns first element</a:t>
            </a:r>
          </a:p>
          <a:p/>
          <a:p>
            <a:r>
              <a:t>document.querySelectorAll('#myId / .myClass / tag') // returns a NodeList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 Manipulation -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tagName</a:t>
            </a:r>
          </a:p>
          <a:p>
            <a:r>
              <a:t>innerText</a:t>
            </a:r>
          </a:p>
          <a:p>
            <a:r>
              <a:t>innerHTML</a:t>
            </a:r>
          </a:p>
          <a:p>
            <a:r>
              <a:t>textContent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&gt; div &gt; (img, img, h1)</a:t>
            </a:r>
          </a:p>
          <a:p>
            <a:r>
              <a:t>Practice DOM child navigation using children, firstChild, lastChild.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Let's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an H2 heading 'Hello JavaScript' and append text.</a:t>
            </a:r>
          </a:p>
          <a:p>
            <a:r>
              <a:t>Create 3 divs with class 'box' and add unique 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 Manipulation - Attributes &amp;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getAttribute(attr)</a:t>
            </a:r>
          </a:p>
          <a:p>
            <a:r>
              <a:t>setAttribute(attr, value)</a:t>
            </a:r>
          </a:p>
          <a:p>
            <a:r>
              <a:t>node.style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 Manipulation - Insert/Delete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createElement('div')</a:t>
            </a:r>
          </a:p>
          <a:p>
            <a:r>
              <a:t>append, prepend, before, after</a:t>
            </a:r>
          </a:p>
          <a:p>
            <a:r>
              <a:t>remove()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Let's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 button 'click me' with red background and white text.</a:t>
            </a:r>
          </a:p>
          <a:p>
            <a:r>
              <a:t>Use classList to append a CSS class to a paragraph.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